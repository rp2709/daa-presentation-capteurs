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Sensors on Android Devices</dc:title>
  <dc:subject>Access and interpret sensor data</dc:subject>
  <dc:creator>Sebastian Diaz, Raphaël Perret, Thomas Vuilleumier</dc:creator>
  <cp:lastModifiedBy>Sebastian Diaz, Raphaël Perret, Thomas Vuilleumier</cp:lastModifiedBy>
  <cp:revision>1</cp:revision>
  <dcterms:created xsi:type="dcterms:W3CDTF">2026-01-19T21:03:32Z</dcterms:created>
  <dcterms:modified xsi:type="dcterms:W3CDTF">2026-01-19T21:03:32Z</dcterms:modified>
</cp:coreProperties>
</file>